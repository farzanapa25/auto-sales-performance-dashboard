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02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28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06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4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0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7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0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2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5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7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504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792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966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500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284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17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9E2B6-2ED2-4E3F-BD07-BDD4FEB14089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D21A8-D959-411D-B826-99F5A6C47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58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D16B-4CC2-6E69-39B9-7403E225E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36732"/>
            <a:ext cx="6585857" cy="2553546"/>
          </a:xfrm>
        </p:spPr>
        <p:txBody>
          <a:bodyPr>
            <a:noAutofit/>
          </a:bodyPr>
          <a:lstStyle/>
          <a:p>
            <a:r>
              <a:rPr lang="en-IN" sz="4500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AUTOMOBILE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D5926-510D-676D-26AE-50F397EB0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0006" y="4206481"/>
            <a:ext cx="4264908" cy="1655762"/>
          </a:xfrm>
        </p:spPr>
        <p:txBody>
          <a:bodyPr>
            <a:normAutofit/>
          </a:bodyPr>
          <a:lstStyle/>
          <a:p>
            <a:r>
              <a:rPr lang="en-IN" sz="1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PRESENTED BY,</a:t>
            </a:r>
          </a:p>
          <a:p>
            <a:r>
              <a:rPr lang="en-IN" sz="1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                               FARZANA P 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83110C-D449-FBE8-C16C-F6679A946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59" b="96603" l="0" r="99778">
                        <a14:foregroundMark x1="17389" y1="49363" x2="17389" y2="49363"/>
                        <a14:foregroundMark x1="17389" y1="49363" x2="22056" y2="47134"/>
                        <a14:foregroundMark x1="20167" y1="69533" x2="27944" y2="65817"/>
                        <a14:foregroundMark x1="27944" y1="65817" x2="34111" y2="58705"/>
                        <a14:foregroundMark x1="62611" y1="55839" x2="63722" y2="38641"/>
                        <a14:foregroundMark x1="63722" y1="38641" x2="64000" y2="38429"/>
                        <a14:foregroundMark x1="74944" y1="69214" x2="80833" y2="83864"/>
                        <a14:foregroundMark x1="80833" y1="83864" x2="84056" y2="76645"/>
                        <a14:foregroundMark x1="84056" y1="76645" x2="79944" y2="51699"/>
                        <a14:foregroundMark x1="70111" y1="58386" x2="73944" y2="65287"/>
                        <a14:foregroundMark x1="73944" y1="65287" x2="73444" y2="57749"/>
                        <a14:foregroundMark x1="73444" y1="57749" x2="69000" y2="53928"/>
                        <a14:foregroundMark x1="56167" y1="59660" x2="56944" y2="67304"/>
                        <a14:foregroundMark x1="56944" y1="67304" x2="58833" y2="59766"/>
                        <a14:foregroundMark x1="58833" y1="59766" x2="58667" y2="56369"/>
                        <a14:foregroundMark x1="23944" y1="8705" x2="23944" y2="8705"/>
                        <a14:foregroundMark x1="12667" y1="87580" x2="12667" y2="87580"/>
                        <a14:foregroundMark x1="12667" y1="87580" x2="12667" y2="87580"/>
                        <a14:foregroundMark x1="12667" y1="87580" x2="12667" y2="87580"/>
                        <a14:foregroundMark x1="12667" y1="87580" x2="15333" y2="82590"/>
                        <a14:foregroundMark x1="30333" y1="84289" x2="28778" y2="78238"/>
                        <a14:foregroundMark x1="48222" y1="79512" x2="48222" y2="79512"/>
                        <a14:foregroundMark x1="48222" y1="79512" x2="48222" y2="79512"/>
                        <a14:foregroundMark x1="48222" y1="79512" x2="48222" y2="79512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611" y2="81423"/>
                        <a14:foregroundMark x1="54611" y1="81423" x2="54778" y2="73461"/>
                        <a14:foregroundMark x1="55111" y1="83758" x2="44167" y2="79512"/>
                        <a14:foregroundMark x1="44167" y1="79512" x2="53833" y2="84713"/>
                        <a14:foregroundMark x1="55111" y1="85244" x2="53611" y2="92463"/>
                        <a14:foregroundMark x1="53611" y1="92463" x2="54000" y2="93312"/>
                        <a14:foregroundMark x1="42111" y1="15287" x2="56500" y2="31635"/>
                        <a14:foregroundMark x1="31444" y1="14013" x2="41333" y2="38641"/>
                        <a14:foregroundMark x1="41333" y1="38641" x2="41333" y2="38535"/>
                        <a14:foregroundMark x1="67278" y1="12527" x2="73889" y2="35350"/>
                        <a14:foregroundMark x1="73889" y1="35350" x2="73889" y2="35669"/>
                        <a14:foregroundMark x1="58556" y1="14756" x2="62000" y2="24310"/>
                        <a14:foregroundMark x1="62000" y1="24310" x2="69167" y2="14225"/>
                        <a14:foregroundMark x1="69167" y1="14225" x2="80278" y2="23142"/>
                        <a14:foregroundMark x1="25667" y1="9873" x2="25611" y2="37261"/>
                        <a14:foregroundMark x1="25611" y1="37261" x2="37389" y2="15499"/>
                        <a14:foregroundMark x1="37389" y1="15499" x2="47889" y2="10297"/>
                        <a14:foregroundMark x1="47889" y1="10297" x2="47889" y2="10297"/>
                        <a14:foregroundMark x1="23333" y1="33758" x2="14389" y2="37580"/>
                        <a14:foregroundMark x1="14389" y1="37580" x2="22667" y2="37049"/>
                        <a14:foregroundMark x1="22667" y1="37049" x2="16889" y2="46709"/>
                        <a14:foregroundMark x1="17389" y1="39172" x2="13944" y2="46709"/>
                        <a14:foregroundMark x1="90444" y1="75584" x2="91944" y2="83546"/>
                        <a14:foregroundMark x1="91944" y1="83546" x2="88722" y2="93206"/>
                        <a14:foregroundMark x1="72278" y1="78875" x2="71389" y2="91083"/>
                        <a14:foregroundMark x1="62278" y1="89809" x2="61444" y2="96815"/>
                        <a14:foregroundMark x1="61444" y1="96815" x2="56000" y2="94798"/>
                        <a14:foregroundMark x1="79667" y1="91083" x2="73778" y2="94798"/>
                        <a14:foregroundMark x1="73778" y1="94798" x2="82722" y2="93843"/>
                        <a14:foregroundMark x1="82722" y1="93843" x2="86722" y2="94161"/>
                        <a14:foregroundMark x1="55389" y1="38217" x2="33167" y2="37792"/>
                        <a14:foregroundMark x1="33167" y1="37792" x2="24556" y2="39809"/>
                        <a14:foregroundMark x1="77333" y1="27813" x2="76167" y2="37898"/>
                        <a14:foregroundMark x1="76167" y1="37898" x2="69222" y2="40234"/>
                        <a14:foregroundMark x1="69222" y1="40234" x2="65389" y2="40340"/>
                        <a14:foregroundMark x1="41167" y1="50000" x2="30333" y2="54140"/>
                        <a14:foregroundMark x1="30333" y1="54140" x2="36722" y2="46497"/>
                        <a14:foregroundMark x1="36722" y1="46497" x2="30500" y2="42569"/>
                        <a14:foregroundMark x1="30500" y1="42569" x2="54111" y2="48301"/>
                        <a14:foregroundMark x1="54111" y1="48301" x2="48111" y2="60085"/>
                        <a14:foregroundMark x1="48111" y1="60085" x2="33889" y2="65287"/>
                        <a14:foregroundMark x1="33889" y1="65287" x2="25056" y2="71444"/>
                        <a14:foregroundMark x1="25056" y1="71444" x2="20111" y2="77813"/>
                        <a14:foregroundMark x1="20111" y1="77813" x2="10278" y2="77919"/>
                        <a14:foregroundMark x1="5057" y1="76360" x2="3167" y2="75796"/>
                        <a14:foregroundMark x1="6965" y1="73605" x2="20833" y2="65605"/>
                        <a14:foregroundMark x1="3167" y1="75796" x2="6548" y2="73845"/>
                        <a14:foregroundMark x1="20833" y1="65605" x2="38944" y2="59979"/>
                        <a14:foregroundMark x1="8778" y1="74628" x2="9778" y2="88854"/>
                        <a14:foregroundMark x1="9778" y1="88854" x2="18611" y2="88535"/>
                        <a14:foregroundMark x1="18611" y1="88535" x2="25722" y2="90021"/>
                        <a14:foregroundMark x1="25722" y1="90021" x2="33611" y2="87155"/>
                        <a14:foregroundMark x1="33611" y1="87155" x2="41500" y2="87898"/>
                        <a14:foregroundMark x1="41500" y1="87898" x2="48056" y2="90764"/>
                        <a14:foregroundMark x1="26278" y1="93631" x2="34389" y2="94268"/>
                        <a14:foregroundMark x1="34389" y1="94268" x2="50000" y2="91720"/>
                        <a14:foregroundMark x1="50000" y1="91720" x2="46778" y2="90446"/>
                        <a14:foregroundMark x1="9556" y1="89703" x2="17333" y2="94480"/>
                        <a14:foregroundMark x1="17333" y1="94480" x2="18333" y2="94480"/>
                        <a14:foregroundMark x1="10667" y1="51911" x2="11500" y2="36624"/>
                        <a14:foregroundMark x1="11500" y1="36624" x2="22833" y2="31104"/>
                        <a14:foregroundMark x1="12667" y1="33439" x2="21167" y2="30042"/>
                        <a14:foregroundMark x1="21167" y1="30042" x2="23333" y2="28132"/>
                        <a14:foregroundMark x1="88111" y1="63482" x2="94722" y2="78450"/>
                        <a14:foregroundMark x1="94722" y1="78450" x2="94722" y2="86943"/>
                        <a14:foregroundMark x1="94722" y1="86943" x2="91333" y2="92994"/>
                        <a14:foregroundMark x1="91333" y1="92994" x2="81389" y2="96709"/>
                        <a14:foregroundMark x1="81389" y1="96709" x2="10500" y2="96178"/>
                        <a14:foregroundMark x1="10500" y1="96178" x2="1389" y2="90446"/>
                        <a14:foregroundMark x1="1389" y1="90446" x2="3111" y2="70488"/>
                        <a14:foregroundMark x1="3111" y1="70488" x2="5111" y2="77919"/>
                        <a14:foregroundMark x1="5111" y1="77919" x2="14611" y2="31529"/>
                        <a14:foregroundMark x1="14611" y1="31529" x2="21722" y2="30042"/>
                        <a14:foregroundMark x1="21722" y1="30042" x2="22556" y2="13694"/>
                        <a14:foregroundMark x1="6278" y1="76221" x2="7333" y2="75902"/>
                        <a14:foregroundMark x1="4556" y1="70276" x2="333" y2="46178"/>
                        <a14:foregroundMark x1="333" y1="46178" x2="5056" y2="30042"/>
                        <a14:foregroundMark x1="5056" y1="30042" x2="13667" y2="16136"/>
                        <a14:foregroundMark x1="13667" y1="16136" x2="33500" y2="3185"/>
                        <a14:foregroundMark x1="33500" y1="3185" x2="47222" y2="743"/>
                        <a14:foregroundMark x1="47222" y1="743" x2="74444" y2="1486"/>
                        <a14:foregroundMark x1="74444" y1="1486" x2="66222" y2="4459"/>
                        <a14:foregroundMark x1="66222" y1="4459" x2="66500" y2="4459"/>
                        <a14:foregroundMark x1="77611" y1="9023" x2="96833" y2="33015"/>
                        <a14:foregroundMark x1="96833" y1="33015" x2="99833" y2="42251"/>
                        <a14:foregroundMark x1="88444" y1="36200" x2="96222" y2="54459"/>
                        <a14:foregroundMark x1="96222" y1="54459" x2="85778" y2="26327"/>
                        <a14:foregroundMark x1="85778" y1="26327" x2="90944" y2="41295"/>
                        <a14:foregroundMark x1="96722" y1="67941" x2="92667" y2="74841"/>
                        <a14:foregroundMark x1="92667" y1="74841" x2="99611" y2="58811"/>
                        <a14:foregroundMark x1="99611" y1="58811" x2="93556" y2="66030"/>
                        <a14:foregroundMark x1="93556" y1="66030" x2="97389" y2="58811"/>
                        <a14:foregroundMark x1="97389" y1="58811" x2="93222" y2="65287"/>
                        <a14:foregroundMark x1="93222" y1="65287" x2="95444" y2="53079"/>
                        <a14:foregroundMark x1="95444" y1="53079" x2="89167" y2="57325"/>
                        <a14:foregroundMark x1="89167" y1="57325" x2="90167" y2="67834"/>
                        <a14:foregroundMark x1="90167" y1="67834" x2="96722" y2="56476"/>
                        <a14:foregroundMark x1="96722" y1="56476" x2="90778" y2="60616"/>
                        <a14:foregroundMark x1="90778" y1="60616" x2="95778" y2="52335"/>
                        <a14:foregroundMark x1="95778" y1="52335" x2="88333" y2="69108"/>
                        <a14:foregroundMark x1="88333" y1="69108" x2="96944" y2="54777"/>
                        <a14:foregroundMark x1="96944" y1="54777" x2="96944" y2="62102"/>
                        <a14:foregroundMark x1="96944" y1="62102" x2="92667" y2="71762"/>
                        <a14:foregroundMark x1="79500" y1="9554" x2="95556" y2="32803"/>
                        <a14:foregroundMark x1="95556" y1="32803" x2="93111" y2="24628"/>
                        <a14:foregroundMark x1="93111" y1="24628" x2="83167" y2="11677"/>
                        <a14:foregroundMark x1="83167" y1="11677" x2="90833" y2="26008"/>
                        <a14:foregroundMark x1="90833" y1="26008" x2="90944" y2="26008"/>
                        <a14:foregroundMark x1="17056" y1="13482" x2="10389" y2="18259"/>
                        <a14:foregroundMark x1="10389" y1="18259" x2="0" y2="39172"/>
                        <a14:foregroundMark x1="71056" y1="40658" x2="71056" y2="40658"/>
                        <a14:foregroundMark x1="71056" y1="40658" x2="71056" y2="40658"/>
                        <a14:foregroundMark x1="71056" y1="40658" x2="71056" y2="40658"/>
                        <a14:foregroundMark x1="27389" y1="6157" x2="10167" y2="17728"/>
                        <a14:backgroundMark x1="7026" y1="76916" x2="7558" y2="77620"/>
                        <a14:backgroundMark x1="6106" y1="75699" x2="6342" y2="76011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55971" cy="6858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5925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293B-0CD9-16BA-B9FC-D39778565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16429"/>
          </a:xfrm>
        </p:spPr>
        <p:txBody>
          <a:bodyPr/>
          <a:lstStyle/>
          <a:p>
            <a:pPr algn="l"/>
            <a:r>
              <a:rPr lang="en-IN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1BA1-E7B6-1DAD-9912-325CC6A6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921892"/>
            <a:ext cx="10353762" cy="36951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sales industry generates a large volume of data including sales transactions, customer details, and product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data manually is complex and time-consuming.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tools like Tableau help convert raw data into meaningful insights.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 sales performance using an interactive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7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33E9-6744-2167-FB47-DF8C7B02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7AA8-C209-7789-1144-F9F86743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935921"/>
            <a:ext cx="10353762" cy="3695136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overall sales and profit performance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top-performing product categories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high-value stores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sales trends over time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interactive and user-friendly dashboard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business decision-making 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4FB810-65AA-B8F8-1FE1-98B232F185D3}"/>
              </a:ext>
            </a:extLst>
          </p:cNvPr>
          <p:cNvSpPr/>
          <p:nvPr/>
        </p:nvSpPr>
        <p:spPr>
          <a:xfrm>
            <a:off x="924445" y="811095"/>
            <a:ext cx="10353760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"/>
              </a:rPr>
              <a:t>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193102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7016-F44C-AAEE-795D-2C4B1610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44728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7CD3C-3D25-CB6C-00DA-034C209F4EAC}"/>
              </a:ext>
            </a:extLst>
          </p:cNvPr>
          <p:cNvSpPr/>
          <p:nvPr/>
        </p:nvSpPr>
        <p:spPr>
          <a:xfrm>
            <a:off x="435429" y="466412"/>
            <a:ext cx="10451127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IN" sz="3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endParaRPr lang="en-IN" sz="3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44A115-512B-B164-2930-60F347188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2393" r="1408" b="1092"/>
          <a:stretch>
            <a:fillRect/>
          </a:stretch>
        </p:blipFill>
        <p:spPr>
          <a:xfrm>
            <a:off x="0" y="1081965"/>
            <a:ext cx="12192000" cy="591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1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3F0A-25C6-1C14-05B1-16EBA975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B499-659E-4082-FF18-645C3631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11" y="291313"/>
            <a:ext cx="10353761" cy="944728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9354A-5B93-265B-1CDE-6D90853860A1}"/>
              </a:ext>
            </a:extLst>
          </p:cNvPr>
          <p:cNvSpPr/>
          <p:nvPr/>
        </p:nvSpPr>
        <p:spPr>
          <a:xfrm>
            <a:off x="178198" y="291313"/>
            <a:ext cx="10451127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IN" sz="3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99320F-2386-1336-F762-2F9F26E25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6867"/>
            <a:ext cx="12192000" cy="595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3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2E08-D421-E115-F9B3-3E65FC20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17376"/>
            <a:ext cx="10353761" cy="74831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A8939-C2CF-058D-3BEE-4187415DA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24" y="917376"/>
            <a:ext cx="10353762" cy="548342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Selection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auto sales dataset selected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sales, profit, store, and product details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number of records for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and null values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data entries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formats (currency, date, etc.)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Selection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→ to measure revenue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→ to evaluate business success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→ to track performance volume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C0B9DA-427E-8EBB-FEE9-59B77D8DAF3B}"/>
              </a:ext>
            </a:extLst>
          </p:cNvPr>
          <p:cNvSpPr/>
          <p:nvPr/>
        </p:nvSpPr>
        <p:spPr>
          <a:xfrm>
            <a:off x="491097" y="235440"/>
            <a:ext cx="7406066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"/>
              </a:rPr>
              <a:t>CRITERIA USED IN THIS PROJECT</a:t>
            </a:r>
            <a:endParaRPr lang="en-IN" sz="3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0262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07E6-E6C0-E460-5471-E077294B2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588" y="214992"/>
            <a:ext cx="10706824" cy="642801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→ for product comparison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→ for trend analysis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→ for percentage distribution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→ for geographical insights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Bar → for top stores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→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time-based trends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Line → to compare categories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→ for regional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 Generation Criteria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products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high-revenue regions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74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6A9BB33-0084-28D6-55A5-38CB35149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194" y="1571321"/>
            <a:ext cx="6811480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effectively visualizes auto sales performance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metrics like sales, profit, and orders are clearly presented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top products and </a:t>
            </a:r>
            <a:r>
              <a:rPr lang="en-US" alt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into regional (country-wise) performance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improve data exploration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and faster business decision-making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154CC7-696D-4CD0-8938-E0D8BB64C5B5}"/>
              </a:ext>
            </a:extLst>
          </p:cNvPr>
          <p:cNvSpPr/>
          <p:nvPr/>
        </p:nvSpPr>
        <p:spPr>
          <a:xfrm>
            <a:off x="1066194" y="790192"/>
            <a:ext cx="8352156" cy="6155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3872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10CE-ED79-83F2-2FF8-022263F53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752601"/>
            <a:ext cx="10353762" cy="2590800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high-performing product categories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marketing in low-performing regions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high-value stores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strategies for growth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48CAE-7D16-015F-738D-EC2CBD385E92}"/>
              </a:ext>
            </a:extLst>
          </p:cNvPr>
          <p:cNvSpPr/>
          <p:nvPr/>
        </p:nvSpPr>
        <p:spPr>
          <a:xfrm>
            <a:off x="833438" y="734276"/>
            <a:ext cx="3381054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"/>
              </a:rPr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260875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050-0F7C-6452-910D-1E3F661A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881" y="2590800"/>
            <a:ext cx="10353761" cy="1326321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B78A33-7A3B-EE33-AD53-00C2BE79E0AE}"/>
              </a:ext>
            </a:extLst>
          </p:cNvPr>
          <p:cNvSpPr/>
          <p:nvPr/>
        </p:nvSpPr>
        <p:spPr>
          <a:xfrm>
            <a:off x="1360832" y="2551837"/>
            <a:ext cx="963385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5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THANK</a:t>
            </a:r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 Black" panose="020B0A04020102020204" pitchFamily="34" charset="0"/>
              </a:rPr>
              <a:t> YOU</a:t>
            </a:r>
          </a:p>
          <a:p>
            <a:pPr algn="ctr"/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6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158</TotalTime>
  <Words>320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</vt:lpstr>
      <vt:lpstr>Arial Black</vt:lpstr>
      <vt:lpstr>Bookman Old Style</vt:lpstr>
      <vt:lpstr>Rockwell</vt:lpstr>
      <vt:lpstr>Times New Roman</vt:lpstr>
      <vt:lpstr>Wingdings</vt:lpstr>
      <vt:lpstr>Damask</vt:lpstr>
      <vt:lpstr>AUTOMOBILE SALES PERFORMANCE ANALYSIS</vt:lpstr>
      <vt:lpstr>INTRODUCTION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Farzana PA</dc:creator>
  <cp:lastModifiedBy>Farzana PA</cp:lastModifiedBy>
  <cp:revision>2</cp:revision>
  <dcterms:created xsi:type="dcterms:W3CDTF">2026-04-04T04:20:59Z</dcterms:created>
  <dcterms:modified xsi:type="dcterms:W3CDTF">2026-04-12T03:53:33Z</dcterms:modified>
</cp:coreProperties>
</file>